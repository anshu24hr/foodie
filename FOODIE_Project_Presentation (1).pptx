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oodi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143000"/>
            <a:ext cx="411480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60120"/>
            <a:ext cx="65836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FOODIE</a:t>
            </a:r>
          </a:p>
          <a:p>
            <a:pPr>
              <a:spcBef>
                <a:spcPts val="800"/>
              </a:spcBef>
              <a:defRPr sz="2400">
                <a:solidFill>
                  <a:srgbClr val="E0EDE3"/>
                </a:solidFill>
                <a:latin typeface="Aptos"/>
              </a:defRPr>
            </a:pPr>
            <a:r>
              <a:t>Online Food Ordering &amp; Restaurant Website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926080"/>
            <a:ext cx="169164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Arun Kumar  •  2628MCA0295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Anshu Kumar  •  2628MCA0316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Anjali Tyagi  •  2628MCA0258</a:t>
            </a:r>
          </a:p>
          <a:p>
            <a:pPr>
              <a:defRPr sz="1100">
                <a:solidFill>
                  <a:srgbClr val="D2DAD5"/>
                </a:solidFill>
                <a:latin typeface="Aptos"/>
              </a:defRPr>
            </a:pPr>
            <a:r>
              <a:t>Under the Supervision of Mrs. Mahima Tayal (Assistant Professor)</a:t>
            </a:r>
          </a:p>
          <a:p>
            <a:pPr>
              <a:defRPr sz="1000">
                <a:solidFill>
                  <a:srgbClr val="D2DAD5"/>
                </a:solidFill>
                <a:latin typeface="Aptos"/>
              </a:defRPr>
            </a:pPr>
            <a:r>
              <a:t>Department of Computer Applications  •  KIET Deemed To Be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A clear journey from the problem to the final outcome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12140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57276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Objectives &amp;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12140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57276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Features &amp; User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12140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4728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Technology &amp; Methodology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99592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26280" y="342900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44728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Requirements &amp;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99592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21040" y="342900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44728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Outcomes &amp; Future 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99592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Foodie focuses on a simple, responsive and convenient ordering experience</a:t>
            </a:r>
          </a:p>
        </p:txBody>
      </p:sp>
      <p:pic>
        <p:nvPicPr>
          <p:cNvPr id="6" name="Picture 5" descr="foodi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25880"/>
            <a:ext cx="4389120" cy="3063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417320"/>
            <a:ext cx="5806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500" b="1">
                <a:solidFill>
                  <a:srgbClr val="30674C"/>
                </a:solidFill>
                <a:latin typeface="Aptos"/>
              </a:defRPr>
            </a:pPr>
            <a:r>
              <a:t>What is Foodie?</a:t>
            </a:r>
          </a:p>
          <a:p>
            <a:pPr>
              <a:spcAft>
                <a:spcPts val="800"/>
              </a:spcAft>
              <a:defRPr sz="1400">
                <a:solidFill>
                  <a:srgbClr val="2D302E"/>
                </a:solidFill>
                <a:latin typeface="Aptos"/>
              </a:defRPr>
            </a:pPr>
            <a:r>
              <a:t>• Responsive frontend web application for restaurant food ordering</a:t>
            </a:r>
          </a:p>
          <a:p>
            <a:pPr>
              <a:spcAft>
                <a:spcPts val="800"/>
              </a:spcAft>
              <a:defRPr sz="1400">
                <a:solidFill>
                  <a:srgbClr val="2D302E"/>
                </a:solidFill>
                <a:latin typeface="Aptos"/>
              </a:defRPr>
            </a:pPr>
            <a:r>
              <a:t>• Users can explore menu items and filter food by category</a:t>
            </a:r>
          </a:p>
          <a:p>
            <a:pPr>
              <a:spcAft>
                <a:spcPts val="800"/>
              </a:spcAft>
              <a:defRPr sz="1400">
                <a:solidFill>
                  <a:srgbClr val="2D302E"/>
                </a:solidFill>
                <a:latin typeface="Aptos"/>
              </a:defRPr>
            </a:pPr>
            <a:r>
              <a:t>• Homepage supports direct ordering from the table</a:t>
            </a:r>
          </a:p>
          <a:p>
            <a:pPr>
              <a:spcAft>
                <a:spcPts val="800"/>
              </a:spcAft>
              <a:defRPr sz="1400">
                <a:solidFill>
                  <a:srgbClr val="2D302E"/>
                </a:solidFill>
                <a:latin typeface="Aptos"/>
              </a:defRPr>
            </a:pPr>
            <a:r>
              <a:t>• Order-tracking interface uses Order ID and Table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038344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0674C"/>
                </a:solidFill>
                <a:latin typeface="Aptos Display"/>
              </a:defRPr>
            </a:pPr>
            <a:r>
              <a:t>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05272"/>
            <a:ext cx="1783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02E"/>
                </a:solidFill>
                <a:latin typeface="Aptos"/>
              </a:defRPr>
            </a:pPr>
            <a:r>
              <a:t>Core food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48920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5038344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07A3A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605272"/>
            <a:ext cx="1783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02E"/>
                </a:solidFill>
                <a:latin typeface="Aptos"/>
              </a:defRPr>
            </a:pPr>
            <a:r>
              <a:t>Tracking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8920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5038344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0674C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5605272"/>
            <a:ext cx="1783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02E"/>
                </a:solidFill>
                <a:latin typeface="Aptos"/>
              </a:defRPr>
            </a:pPr>
            <a:r>
              <a:t>Frontend technologies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48920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5038344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07A3A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605272"/>
            <a:ext cx="1783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02E"/>
                </a:solidFill>
                <a:latin typeface="Aptos"/>
              </a:defRPr>
            </a:pPr>
            <a:r>
              <a:t>Week development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Designed around fast discovery, easy ordering and simple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1618488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81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Attractive homepage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Branding, food introduction and clear CTAs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36008" y="1618488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581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Explore 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Browse food items in a structured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30768" y="1618488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581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Food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671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Pizza, Burger, Biryani, Chinese, Desserts &amp; Drinks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7" y="3675887"/>
            <a:ext cx="475488" cy="475488"/>
          </a:xfrm>
          <a:prstGeom prst="ellipse">
            <a:avLst/>
          </a:prstGeom>
          <a:solidFill>
            <a:srgbClr val="306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393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Easy Ordering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Simple interface for selecting food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36008" y="3675887"/>
            <a:ext cx="475488" cy="475488"/>
          </a:xfrm>
          <a:prstGeom prst="ellipse">
            <a:avLst/>
          </a:prstGeom>
          <a:solidFill>
            <a:srgbClr val="306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6393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Order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245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Order ID + Table Number input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30768" y="3675887"/>
            <a:ext cx="475488" cy="475488"/>
          </a:xfrm>
          <a:prstGeom prst="ellipse">
            <a:avLst/>
          </a:prstGeom>
          <a:solidFill>
            <a:srgbClr val="306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6393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Responsive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2245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Works across desktop, tablet and smartphone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Objectives &amp; Success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What the project aims to achieve — and how we know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532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30674C"/>
                </a:solidFill>
                <a:latin typeface="Aptos"/>
              </a:defRPr>
            </a:pPr>
            <a:r>
              <a:t>Objectives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Develop a modern and attractive food-ordering website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Create a simple, user-friendly interface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Let customers explore available food items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Provide an Order Tracking interface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Demonstrate practical HTML, CSS and JavaScript implementation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Improve the overall digital food-ordering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r>
              <a:t>Measurement of Success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Easy navigation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Clear menu and categories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Accessible order-tracking page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Order ID and Table Number inputs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Responsive behavior on different screen sizes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The current version is intentionally focused on frontend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6400800" cy="4251960"/>
          </a:xfrm>
          <a:prstGeom prst="roundRect">
            <a:avLst/>
          </a:prstGeom>
          <a:solidFill>
            <a:srgbClr val="E0EDE3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30674C"/>
                </a:solidFill>
                <a:latin typeface="Aptos"/>
              </a:defRPr>
            </a:pPr>
            <a:r>
              <a:rPr dirty="0"/>
              <a:t>Included</a:t>
            </a:r>
            <a:endParaRPr lang="en-US" dirty="0"/>
          </a:p>
          <a:p>
            <a:pPr algn="ctr">
              <a:defRPr sz="1400" b="1">
                <a:solidFill>
                  <a:srgbClr val="30674C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30674C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Home Page — Foodie branding, “Good Food. Good Mood.”, introduction and CTAs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Menu Page — Pizza, Burger, Biryani, Chinese, Desserts and Drinks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Order Tracking Page — Order ID and Table Number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Responsive UI for different devices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60520" cy="4251960"/>
          </a:xfrm>
          <a:prstGeom prst="roundRect">
            <a:avLst/>
          </a:prstGeom>
          <a:solidFill>
            <a:srgbClr val="FAE4D2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lang="en-US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r>
              <a:rPr dirty="0"/>
              <a:t>Not Included in Current Version</a:t>
            </a:r>
            <a:endParaRPr lang="en-US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Production backend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Permanent database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Online payment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A simple journey from discovering the menu to checking an order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258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30759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Open Foodie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36776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User reaches the attractive home 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5" y="1892807"/>
            <a:ext cx="27432" cy="438912"/>
          </a:xfrm>
          <a:prstGeom prst="rect">
            <a:avLst/>
          </a:prstGeom>
          <a:solidFill>
            <a:srgbClr val="CD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26771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Explore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596896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User opens the menu and selects a category.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5" y="2852928"/>
            <a:ext cx="27432" cy="438912"/>
          </a:xfrm>
          <a:prstGeom prst="rect">
            <a:avLst/>
          </a:prstGeom>
          <a:solidFill>
            <a:srgbClr val="CD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324612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227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Select Food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557015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Food items are explored through the interface.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5" y="3813048"/>
            <a:ext cx="27432" cy="438912"/>
          </a:xfrm>
          <a:prstGeom prst="rect">
            <a:avLst/>
          </a:prstGeom>
          <a:solidFill>
            <a:srgbClr val="CD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20624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18795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Place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517136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The interface supports the ordering journey.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5" y="4773168"/>
            <a:ext cx="27432" cy="438912"/>
          </a:xfrm>
          <a:prstGeom prst="rect">
            <a:avLst/>
          </a:prstGeom>
          <a:solidFill>
            <a:srgbClr val="CD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516636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514807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Track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477256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User enters Order ID and Table Number.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Lightweight technologies suited to a responsive frontend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536192"/>
            <a:ext cx="1143000" cy="34747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Page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29967"/>
            <a:ext cx="7537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rPr dirty="0"/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Semantic structure and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1536192"/>
            <a:ext cx="1143000" cy="34747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Visual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7"/>
            <a:ext cx="60625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rPr dirty="0"/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957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Layout, styling and responsiveness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80" y="1536192"/>
            <a:ext cx="1143000" cy="34747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Interactions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29967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957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Dynamic UI behavior and interactions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59" y="3593592"/>
            <a:ext cx="1143000" cy="34747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Source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0873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4531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Repository and version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617720" y="3593592"/>
            <a:ext cx="1143000" cy="34747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0873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t>GitHub Pages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4531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Online deployment of the frontend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412480" y="3593592"/>
            <a:ext cx="1143000" cy="34747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873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t>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531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Chrome, Edge and Firefox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Development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Five practical stages used to move from requirements to deployment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636776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Identify menu, categories, ordering, tracking and responsive requirements.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3258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UI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636776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Plan home page, menu, food cards, buttons, tracking page and footer.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260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9077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Frontend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3236976"/>
            <a:ext cx="349807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rPr dirty="0"/>
              <a:t>Implement the interface using HTML</a:t>
            </a:r>
            <a:r>
              <a:rPr lang="en-IN" dirty="0"/>
              <a:t> </a:t>
            </a:r>
            <a:r>
              <a:rPr dirty="0"/>
              <a:t>→ CSS → JavaScript.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9260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9077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236976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Check navigation, buttons, categories, inputs and responsive layout.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262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5079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837176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Publish the frontend through GitHub Pages.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Hardware &amp; 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The project can run on standard student/developer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r>
              <a:rPr dirty="0"/>
              <a:t>Hardware</a:t>
            </a:r>
            <a:endParaRPr lang="en-US" dirty="0"/>
          </a:p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Computer/Laptop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Dual Core processor or above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4 GB RAM minimum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Keyboard and Mouse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Internet connection for deployment/testing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350" b="1">
                <a:solidFill>
                  <a:srgbClr val="E07A3A"/>
                </a:solidFill>
                <a:latin typeface="Aptos"/>
              </a:defRPr>
            </a:pPr>
            <a:r>
              <a:rPr dirty="0"/>
              <a:t>Software</a:t>
            </a:r>
            <a:endParaRPr lang="en-US" dirty="0"/>
          </a:p>
          <a:p>
            <a:pPr algn="ctr">
              <a:defRPr sz="1350" b="1">
                <a:solidFill>
                  <a:srgbClr val="E07A3A"/>
                </a:solidFill>
                <a:latin typeface="Aptos"/>
              </a:defRPr>
            </a:pPr>
            <a:endParaRPr lang="en-US" dirty="0"/>
          </a:p>
          <a:p>
            <a:pPr algn="ctr">
              <a:defRPr sz="1350" b="1">
                <a:solidFill>
                  <a:srgbClr val="E07A3A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Windows / Linux / macOS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Visual Studio Code or any HTML editor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Google Chrome / Microsoft Edge / Firefox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Git + GitHub account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GitHub Pages for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5-Week Development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A phased plan keeps the frontend project structured and testable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4173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UI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3317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317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Menu &amp;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2461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Order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2461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JavaScript Interactions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41605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Responsive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1605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Testing &amp; Bug Fixing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50749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GitHub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50749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Documentation &amp;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34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Outcomes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The frontend establishes a strong base for a complete full-stack restaurant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486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r>
              <a:rPr dirty="0"/>
              <a:t>Project Outcomes</a:t>
            </a:r>
            <a:endParaRPr lang="en-US" dirty="0"/>
          </a:p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endParaRPr lang="en-IN" dirty="0"/>
          </a:p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Responsive frontend developed using HTML5, CSS3 and JavaScript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Users can explore categories and interact with ordering features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Order Tracking interface supports Order ID and Table Number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UI is designed for desktop, tablet and mobile devices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Frontend is deployed online using GitHub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1206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r>
              <a:rPr dirty="0"/>
              <a:t>Future Scope</a:t>
            </a:r>
            <a:endParaRPr lang="en-US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Backend integration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Database integration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Online payment gateway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User authentication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Real-time order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oodi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960120"/>
            <a:ext cx="429768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325880"/>
            <a:ext cx="5760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44809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EDE3"/>
                </a:solidFill>
                <a:latin typeface="Aptos"/>
              </a:defRPr>
            </a:pPr>
            <a:r>
              <a:rPr dirty="0"/>
              <a:t>FOODIE — Good Food. Good Mood.</a:t>
            </a:r>
            <a:r>
              <a:rPr lang="en-US" dirty="0"/>
              <a:t>😊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196596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Arun Kumar  •  Anshu Kumar  •  Anjali Tyagi</a:t>
            </a:r>
          </a:p>
          <a:p>
            <a:pPr>
              <a:defRPr sz="1050">
                <a:solidFill>
                  <a:srgbClr val="CDD6D1"/>
                </a:solidFill>
                <a:latin typeface="Aptos"/>
              </a:defRPr>
            </a:pPr>
            <a:r>
              <a:rPr dirty="0"/>
              <a:t>KIET Deemed To Be University  |  Department of Computer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843</Words>
  <Application>Microsoft Office PowerPoint</Application>
  <PresentationFormat>Widescreen</PresentationFormat>
  <Paragraphs>212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Anshu kumar</cp:lastModifiedBy>
  <cp:revision>4</cp:revision>
  <dcterms:created xsi:type="dcterms:W3CDTF">2013-01-27T09:14:16Z</dcterms:created>
  <dcterms:modified xsi:type="dcterms:W3CDTF">2026-09-21T13:14:08Z</dcterms:modified>
  <cp:category/>
</cp:coreProperties>
</file>